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3922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1055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0688440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736717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75852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3555404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418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932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17694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310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0091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074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9288C7-8636-9225-63AF-A883F90D74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063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4261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62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601829-2586-7C73-AD7F-CB20A31A23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160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9043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25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6DD5FE-8BDA-E0A8-7CB0-7D7E1D6014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14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954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F6FBDB-19FB-5B15-F831-D95A6680A2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870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2382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09492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8F7F3B-9837-C187-8BE4-AD5CDA1EA3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911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224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961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27FDFB-7B04-3803-7C54-7A3C68D67A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429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1526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259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C99478-9199-DD97-735A-870364231B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070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950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769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B7DCC6-1D85-B242-9FAD-27F64FC468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704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1118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663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326619-E55D-064D-3266-1DBCBDDE4A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71249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946658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591809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34213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17094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1615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11729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57342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800063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69188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6243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73296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61154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757277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990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6319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534747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05854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36397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95737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79055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28444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52646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42059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664151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75356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4447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608043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05140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7026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954390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02264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89609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7040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489642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334051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1545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318853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270326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50262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74918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32297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47715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209667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9582794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98889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58387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50727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9720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326953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86725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1714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8736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61965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817429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6722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02877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40313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65272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73819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59476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98682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18880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47083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682677" y="668791"/>
            <a:ext cx="11021785" cy="103210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 algn="l">
              <a:defRPr/>
            </a:pPr>
            <a:r>
              <a:rPr lang="en-US" sz="4800"/>
              <a:t>Object Oriented Programming</a:t>
            </a:r>
            <a:endParaRPr sz="4800"/>
          </a:p>
        </p:txBody>
      </p:sp>
      <p:sp>
        <p:nvSpPr>
          <p:cNvPr id="65019055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730249" y="3602037"/>
            <a:ext cx="4125285" cy="30881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lang="en-US" sz="1800" b="1"/>
              <a:t>Group Members</a:t>
            </a:r>
            <a:endParaRPr sz="1800"/>
          </a:p>
          <a:p>
            <a:pPr marL="349965" indent="-349965" algn="l">
              <a:buFont typeface="Arial"/>
              <a:buChar char="•"/>
              <a:defRPr/>
            </a:pPr>
            <a:r>
              <a:rPr lang="en-US" sz="1800"/>
              <a:t>Md Manik babu</a:t>
            </a:r>
            <a:endParaRPr sz="1800"/>
          </a:p>
          <a:p>
            <a:pPr marL="349965" indent="-349965" algn="l">
              <a:buFont typeface="Arial"/>
              <a:buChar char="•"/>
              <a:defRPr/>
            </a:pPr>
            <a:r>
              <a:rPr lang="en-US" sz="1800"/>
              <a:t>Md Sohan </a:t>
            </a:r>
            <a:endParaRPr sz="1800"/>
          </a:p>
          <a:p>
            <a:pPr marL="349965" indent="-349965" algn="l">
              <a:buFont typeface="Arial"/>
              <a:buChar char="•"/>
              <a:defRPr/>
            </a:pPr>
            <a:r>
              <a:rPr lang="en-US" sz="1800"/>
              <a:t>Md Mahamud Hassan Alif</a:t>
            </a:r>
            <a:endParaRPr sz="1800"/>
          </a:p>
          <a:p>
            <a:pPr marL="349965" indent="-349965" algn="l">
              <a:buFont typeface="Arial"/>
              <a:buChar char="•"/>
              <a:defRPr/>
            </a:pPr>
            <a:r>
              <a:rPr lang="en-US" sz="1800"/>
              <a:t>Md Tamjid</a:t>
            </a:r>
            <a:endParaRPr sz="1800"/>
          </a:p>
          <a:p>
            <a:pPr marL="349965" indent="-349965" algn="l">
              <a:buFont typeface="Arial"/>
              <a:buChar char="•"/>
              <a:defRPr/>
            </a:pPr>
            <a:r>
              <a:rPr lang="en-US" sz="1800"/>
              <a:t>Md Nahid</a:t>
            </a:r>
            <a:endParaRPr sz="1800"/>
          </a:p>
          <a:p>
            <a:pPr marL="349965" indent="-349965" algn="l">
              <a:buFont typeface="Arial"/>
              <a:buChar char="•"/>
              <a:defRPr/>
            </a:pPr>
            <a:endParaRPr sz="1800"/>
          </a:p>
        </p:txBody>
      </p:sp>
      <p:sp>
        <p:nvSpPr>
          <p:cNvPr id="1577279676" name=""/>
          <p:cNvSpPr txBox="1"/>
          <p:nvPr/>
        </p:nvSpPr>
        <p:spPr bwMode="auto">
          <a:xfrm rot="0" flipH="0" flipV="0">
            <a:off x="682677" y="1950355"/>
            <a:ext cx="6129855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/>
              <a:t>Project Name: Shopmate CLI</a:t>
            </a:r>
            <a:endParaRPr sz="3600"/>
          </a:p>
        </p:txBody>
      </p:sp>
      <p:sp>
        <p:nvSpPr>
          <p:cNvPr id="34571244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946321" y="3602037"/>
            <a:ext cx="5236535" cy="30881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lang="en-US" sz="1800" b="1"/>
              <a:t>Course Teacher</a:t>
            </a:r>
            <a:endParaRPr lang="en-US" sz="1800" b="1"/>
          </a:p>
          <a:p>
            <a:pPr algn="l">
              <a:defRPr/>
            </a:pPr>
            <a:r>
              <a:rPr lang="en-US" sz="1800" b="1"/>
              <a:t>Name: </a:t>
            </a:r>
            <a:r>
              <a:rPr lang="en-US" sz="1800" b="0"/>
              <a:t>Nahrin Jannat</a:t>
            </a:r>
            <a:endParaRPr lang="en-US" sz="1800" b="0"/>
          </a:p>
          <a:p>
            <a:pPr algn="l">
              <a:defRPr/>
            </a:pPr>
            <a:r>
              <a:rPr lang="en-US" sz="1800" b="1"/>
              <a:t>Designation: </a:t>
            </a:r>
            <a:endParaRPr sz="18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6878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 Design</a:t>
            </a:r>
            <a:endParaRPr/>
          </a:p>
        </p:txBody>
      </p:sp>
      <p:sp>
        <p:nvSpPr>
          <p:cNvPr id="3233117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600" b="1"/>
              <a:t>Users Class</a:t>
            </a:r>
            <a:endParaRPr sz="2400" b="1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Purpose: </a:t>
            </a:r>
            <a:r>
              <a:rPr sz="2400" b="0"/>
              <a:t>Manages our users in the shop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Properties: </a:t>
            </a:r>
            <a:r>
              <a:rPr sz="2400" b="0"/>
              <a:t>Name, UserName, ShopName, Password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Methods: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Add:</a:t>
            </a:r>
            <a:r>
              <a:rPr b="1"/>
              <a:t> </a:t>
            </a:r>
            <a:r>
              <a:rPr sz="2400" b="0"/>
              <a:t>Static method for adding a new user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b="0"/>
              <a:t>	</a:t>
            </a:r>
            <a:r>
              <a:rPr sz="2400" b="1"/>
              <a:t>Exists: </a:t>
            </a:r>
            <a:r>
              <a:rPr sz="2400" b="0"/>
              <a:t>Static method for checking either the user exists or not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Get: </a:t>
            </a:r>
            <a:r>
              <a:rPr sz="2400" b="0"/>
              <a:t>Return a user for given condition </a:t>
            </a:r>
            <a:endParaRPr b="0"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8001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 Design</a:t>
            </a:r>
            <a:endParaRPr/>
          </a:p>
        </p:txBody>
      </p:sp>
      <p:sp>
        <p:nvSpPr>
          <p:cNvPr id="122795430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600" b="1"/>
              <a:t>Products Class</a:t>
            </a:r>
            <a:endParaRPr sz="2400" b="1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Purpose: </a:t>
            </a:r>
            <a:r>
              <a:rPr sz="2400" b="0"/>
              <a:t>Manages products in the shop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Properties: </a:t>
            </a:r>
            <a:r>
              <a:rPr sz="2400" b="0"/>
              <a:t>ProductId, Owner, ShopName, Title, Description, Price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Methods: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Add:</a:t>
            </a:r>
            <a:r>
              <a:rPr b="1"/>
              <a:t> </a:t>
            </a:r>
            <a:r>
              <a:rPr sz="2400" b="0"/>
              <a:t>Static method for adding a new product for sale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b="0"/>
              <a:t>	</a:t>
            </a:r>
            <a:r>
              <a:rPr sz="2400" b="1"/>
              <a:t>ShowProducts: </a:t>
            </a:r>
            <a:r>
              <a:rPr sz="2400" b="0"/>
              <a:t>Static method for showing available product to customers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ShowByUserName: </a:t>
            </a:r>
            <a:r>
              <a:rPr sz="2400" b="0"/>
              <a:t>Shows sellers own product by seller UserName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GetProductById: </a:t>
            </a:r>
            <a:r>
              <a:rPr sz="2400" b="0"/>
              <a:t>Get a product information according product id</a:t>
            </a:r>
            <a:endParaRPr sz="2400" b="0"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8072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 Design</a:t>
            </a:r>
            <a:endParaRPr/>
          </a:p>
        </p:txBody>
      </p:sp>
      <p:sp>
        <p:nvSpPr>
          <p:cNvPr id="73129787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600" b="1"/>
              <a:t>Orders Class</a:t>
            </a:r>
            <a:endParaRPr sz="2400" b="1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Purpose: </a:t>
            </a:r>
            <a:r>
              <a:rPr sz="2400" b="0"/>
              <a:t>Manages orders in the shop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Properties: </a:t>
            </a:r>
            <a:r>
              <a:rPr sz="2400" b="0"/>
              <a:t>OrderId, OrderBy, OrderTo, Quantity, Product, Address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Methods: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Add:</a:t>
            </a:r>
            <a:r>
              <a:rPr b="1"/>
              <a:t> </a:t>
            </a:r>
            <a:r>
              <a:rPr sz="2400" b="0"/>
              <a:t>Static method for adding a new orders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b="0"/>
              <a:t>	</a:t>
            </a:r>
            <a:r>
              <a:rPr sz="2400" b="1"/>
              <a:t>ShowStoreOrders: </a:t>
            </a:r>
            <a:r>
              <a:rPr sz="2400" b="0"/>
              <a:t>Static method for showing sellers orders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ShowCustomerOrders: </a:t>
            </a:r>
            <a:r>
              <a:rPr sz="2400" b="0"/>
              <a:t>Shows orders ordered by Customers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endParaRPr sz="2400" b="0"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8342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 Design</a:t>
            </a:r>
            <a:endParaRPr/>
          </a:p>
        </p:txBody>
      </p:sp>
      <p:sp>
        <p:nvSpPr>
          <p:cNvPr id="10762236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600" b="1"/>
              <a:t>Carts Class</a:t>
            </a:r>
            <a:endParaRPr sz="2400" b="1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Purpose: </a:t>
            </a:r>
            <a:r>
              <a:rPr sz="2400" b="0"/>
              <a:t>Manages customers cart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Properties: </a:t>
            </a:r>
            <a:r>
              <a:rPr sz="2400" b="0"/>
              <a:t>CartId, Customer, Quantity, Product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Methods: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Add:</a:t>
            </a:r>
            <a:r>
              <a:rPr b="1"/>
              <a:t> </a:t>
            </a:r>
            <a:r>
              <a:rPr sz="2400" b="0"/>
              <a:t>Static method for adding a new cart item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b="0"/>
              <a:t>	</a:t>
            </a:r>
            <a:r>
              <a:rPr sz="2400" b="1"/>
              <a:t>ShowCartItems: </a:t>
            </a:r>
            <a:r>
              <a:rPr sz="2400" b="0"/>
              <a:t>Static method for showing customers own cart item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ReomoveCartItem: </a:t>
            </a:r>
            <a:r>
              <a:rPr sz="2400" b="0"/>
              <a:t>Reomoves items from the cart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          </a:t>
            </a:r>
            <a:r>
              <a:rPr sz="2400" b="0"/>
              <a:t>    </a:t>
            </a:r>
            <a:r>
              <a:rPr sz="2400" b="1"/>
              <a:t>ShowPriceDetails: </a:t>
            </a:r>
            <a:r>
              <a:rPr sz="2400" b="0"/>
              <a:t>Shows total price of cart items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PlaceOrder: </a:t>
            </a:r>
            <a:r>
              <a:rPr sz="2400" b="0"/>
              <a:t>Confirm orders from the cart</a:t>
            </a:r>
            <a:endParaRPr sz="2400" b="0"/>
          </a:p>
          <a:p>
            <a:pPr marL="0" indent="0">
              <a:buFont typeface="Arial"/>
              <a:buNone/>
              <a:defRPr/>
            </a:pPr>
            <a:r>
              <a:rPr/>
              <a:t>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7201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 Design</a:t>
            </a:r>
            <a:endParaRPr/>
          </a:p>
        </p:txBody>
      </p:sp>
      <p:sp>
        <p:nvSpPr>
          <p:cNvPr id="154458295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600" b="1"/>
              <a:t>Auth Class</a:t>
            </a:r>
            <a:endParaRPr sz="2400" b="1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Purpose: </a:t>
            </a:r>
            <a:r>
              <a:rPr sz="2400" b="0"/>
              <a:t>Manages users authentication such as log in, sign up 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Properties: </a:t>
            </a:r>
            <a:r>
              <a:rPr sz="2400" b="0"/>
              <a:t>loggedInUser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Methods: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Authenticate:</a:t>
            </a:r>
            <a:r>
              <a:rPr b="1"/>
              <a:t> </a:t>
            </a:r>
            <a:r>
              <a:rPr sz="2400" b="0"/>
              <a:t>Static method for showing log in and signup interface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b="0"/>
              <a:t>	</a:t>
            </a:r>
            <a:r>
              <a:rPr sz="2400" b="1"/>
              <a:t>Login: </a:t>
            </a:r>
            <a:r>
              <a:rPr sz="2400" b="0"/>
              <a:t>Static method for loging in a user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Signup: </a:t>
            </a:r>
            <a:r>
              <a:rPr sz="2400" b="0"/>
              <a:t>Static method for signing up a user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          </a:t>
            </a:r>
            <a:r>
              <a:rPr sz="2400" b="0"/>
              <a:t>   </a:t>
            </a:r>
            <a:endParaRPr sz="2400" b="0"/>
          </a:p>
          <a:p>
            <a:pPr marL="0" indent="0">
              <a:buFont typeface="Arial"/>
              <a:buNone/>
              <a:defRPr/>
            </a:pPr>
            <a:r>
              <a:rPr/>
              <a:t>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0846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 Design</a:t>
            </a:r>
            <a:endParaRPr/>
          </a:p>
        </p:txBody>
      </p:sp>
      <p:sp>
        <p:nvSpPr>
          <p:cNvPr id="211752513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600" b="1"/>
              <a:t>App Class</a:t>
            </a:r>
            <a:endParaRPr sz="2400" b="1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Purpose: </a:t>
            </a:r>
            <a:r>
              <a:rPr sz="2400" b="0"/>
              <a:t>Shows landing page of our app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Methods: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Home:</a:t>
            </a:r>
            <a:r>
              <a:rPr b="1"/>
              <a:t> </a:t>
            </a:r>
            <a:r>
              <a:rPr sz="2400" b="0"/>
              <a:t>Static method to navigate user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b="0"/>
              <a:t>	</a:t>
            </a:r>
            <a:r>
              <a:rPr sz="2400" b="1"/>
              <a:t>Profile: </a:t>
            </a:r>
            <a:r>
              <a:rPr sz="2400" b="0"/>
              <a:t>Static method for showing users profile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          </a:t>
            </a:r>
            <a:r>
              <a:rPr sz="2400" b="0"/>
              <a:t>   </a:t>
            </a:r>
            <a:endParaRPr sz="2400" b="0"/>
          </a:p>
          <a:p>
            <a:pPr marL="0" indent="0">
              <a:buFont typeface="Arial"/>
              <a:buNone/>
              <a:defRPr/>
            </a:pPr>
            <a:r>
              <a:rPr/>
              <a:t>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8477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 Design</a:t>
            </a:r>
            <a:endParaRPr/>
          </a:p>
        </p:txBody>
      </p:sp>
      <p:sp>
        <p:nvSpPr>
          <p:cNvPr id="1167981943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501774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600" b="1"/>
              <a:t>Market Static Class</a:t>
            </a:r>
            <a:endParaRPr sz="2400" b="1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Purpose: </a:t>
            </a:r>
            <a:r>
              <a:rPr sz="2400" b="0"/>
              <a:t>Manages our shop market activities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Methods: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Market</a:t>
            </a:r>
            <a:r>
              <a:rPr sz="2400" b="1"/>
              <a:t>Home:</a:t>
            </a:r>
            <a:r>
              <a:rPr b="1"/>
              <a:t> </a:t>
            </a:r>
            <a:r>
              <a:rPr sz="2400" b="0"/>
              <a:t>Static method to navigate user</a:t>
            </a:r>
            <a:r>
              <a:rPr sz="2400" b="0"/>
              <a:t> through market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b="0"/>
              <a:t>	</a:t>
            </a:r>
            <a:r>
              <a:rPr sz="2400" b="1"/>
              <a:t>MarketProducts: </a:t>
            </a:r>
            <a:r>
              <a:rPr sz="2400" b="0"/>
              <a:t>Static method for showing available products in market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AddToCart: </a:t>
            </a:r>
            <a:r>
              <a:rPr sz="2400" b="0"/>
              <a:t>Static method for adding a product in  cart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        	</a:t>
            </a:r>
            <a:r>
              <a:rPr sz="2400" b="1"/>
              <a:t>ShowCartItem: </a:t>
            </a:r>
            <a:r>
              <a:rPr sz="2400" b="0"/>
              <a:t>Static method for showing logged in users cart item</a:t>
            </a:r>
            <a:endParaRPr sz="2400" b="0"/>
          </a:p>
          <a:p>
            <a:pPr marL="0" indent="0">
              <a:buFont typeface="Arial"/>
              <a:buNone/>
              <a:defRPr/>
            </a:pPr>
            <a:r>
              <a:rPr/>
              <a:t>       	</a:t>
            </a:r>
            <a:r>
              <a:rPr sz="2400" b="1"/>
              <a:t>RemoveCartItem: </a:t>
            </a:r>
            <a:r>
              <a:rPr sz="2400" b="0"/>
              <a:t>Static</a:t>
            </a:r>
            <a:r>
              <a:rPr sz="2400"/>
              <a:t> method for removing item from cart</a:t>
            </a:r>
            <a:endParaRPr sz="2400"/>
          </a:p>
          <a:p>
            <a:pPr marL="0" indent="0">
              <a:buFont typeface="Arial"/>
              <a:buNone/>
              <a:defRPr/>
            </a:pPr>
            <a:r>
              <a:rPr sz="2400"/>
              <a:t>	</a:t>
            </a:r>
            <a:r>
              <a:rPr sz="2400" b="1"/>
              <a:t>PlaceOrder: </a:t>
            </a:r>
            <a:r>
              <a:rPr sz="2400"/>
              <a:t>Static method for placing orders</a:t>
            </a:r>
            <a:endParaRPr sz="2400"/>
          </a:p>
          <a:p>
            <a:pPr marL="0" indent="0">
              <a:buFont typeface="Arial"/>
              <a:buNone/>
              <a:defRPr/>
            </a:pPr>
            <a:r>
              <a:rPr sz="2400"/>
              <a:t>	</a:t>
            </a:r>
            <a:r>
              <a:rPr sz="2400" b="1"/>
              <a:t>MyOrders: </a:t>
            </a:r>
            <a:r>
              <a:rPr sz="2400"/>
              <a:t>Static method for showing logged in users orders</a:t>
            </a:r>
            <a:endParaRPr sz="24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4342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 Design</a:t>
            </a:r>
            <a:endParaRPr/>
          </a:p>
        </p:txBody>
      </p:sp>
      <p:sp>
        <p:nvSpPr>
          <p:cNvPr id="1425466484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501774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600" b="1"/>
              <a:t>Store Static Class</a:t>
            </a:r>
            <a:endParaRPr sz="2400" b="1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Purpose: </a:t>
            </a:r>
            <a:r>
              <a:rPr sz="2400" b="0"/>
              <a:t>Manages sellers activities</a:t>
            </a:r>
            <a:endParaRPr sz="2400" b="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/>
              <a:t>Methods: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StoreHome</a:t>
            </a:r>
            <a:r>
              <a:rPr sz="2400" b="1"/>
              <a:t>:</a:t>
            </a:r>
            <a:r>
              <a:rPr b="1"/>
              <a:t> </a:t>
            </a:r>
            <a:r>
              <a:rPr sz="2400" b="0"/>
              <a:t>Static method to navigate seller </a:t>
            </a:r>
            <a:r>
              <a:rPr sz="2400" b="0"/>
              <a:t>through store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b="0"/>
              <a:t>	</a:t>
            </a:r>
            <a:r>
              <a:rPr sz="2400" b="1"/>
              <a:t>ProductAdd: </a:t>
            </a:r>
            <a:r>
              <a:rPr sz="2400" b="0"/>
              <a:t>Static method for adding products in market 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	</a:t>
            </a:r>
            <a:r>
              <a:rPr sz="2400" b="1"/>
              <a:t>MyProductList: </a:t>
            </a:r>
            <a:r>
              <a:rPr sz="2400" b="0"/>
              <a:t>Static method for showing seller product list</a:t>
            </a:r>
            <a:endParaRPr sz="2400" b="0"/>
          </a:p>
          <a:p>
            <a:pPr marL="0" lvl="0" indent="0">
              <a:lnSpc>
                <a:spcPct val="114999"/>
              </a:lnSpc>
              <a:buFont typeface="Arial"/>
              <a:buNone/>
              <a:defRPr/>
            </a:pPr>
            <a:r>
              <a:rPr sz="2400" b="0"/>
              <a:t>        	</a:t>
            </a:r>
            <a:r>
              <a:rPr sz="2400" b="1"/>
              <a:t>MyOrders: </a:t>
            </a:r>
            <a:r>
              <a:rPr sz="2400" b="0"/>
              <a:t>Static method for showing sellers orders</a:t>
            </a:r>
            <a:endParaRPr sz="2400" b="0"/>
          </a:p>
          <a:p>
            <a:pPr marL="0" indent="0">
              <a:buFont typeface="Arial"/>
              <a:buNone/>
              <a:defRPr/>
            </a:pPr>
            <a:r>
              <a:rPr/>
              <a:t>       	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664804" name="Title 1"/>
          <p:cNvSpPr>
            <a:spLocks noGrp="1"/>
          </p:cNvSpPr>
          <p:nvPr>
            <p:ph type="title"/>
          </p:nvPr>
        </p:nvSpPr>
        <p:spPr bwMode="auto">
          <a:xfrm>
            <a:off x="838198" y="2766218"/>
            <a:ext cx="10515600" cy="1325562"/>
          </a:xfrm>
        </p:spPr>
        <p:txBody>
          <a:bodyPr/>
          <a:lstStyle/>
          <a:p>
            <a:pPr algn="ctr">
              <a:defRPr/>
            </a:pPr>
            <a:r>
              <a:rPr/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2025-12-13T14:34:27Z</dcterms:modified>
</cp:coreProperties>
</file>